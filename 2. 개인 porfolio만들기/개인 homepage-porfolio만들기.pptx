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6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8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82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74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2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9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1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81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79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A591C-F93B-445A-88EE-08FC79A43378}" type="datetimeFigureOut">
              <a:rPr lang="ko-KR" altLang="en-US" smtClean="0"/>
              <a:t>2020-09-24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C708F-6F61-4533-8CB3-B14258DE0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95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762841" y="462897"/>
            <a:ext cx="10407182" cy="5040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개인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Home page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만들기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Sub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제목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개인 </a:t>
            </a:r>
            <a:r>
              <a:rPr lang="en-US" altLang="ko-KR" dirty="0" err="1" smtClean="0">
                <a:latin typeface="맑은 고딕" pitchFamily="50" charset="-127"/>
                <a:ea typeface="맑은 고딕" pitchFamily="50" charset="-127"/>
              </a:rPr>
              <a:t>portfolion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만들기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홈페이지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style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은 제공된 </a:t>
            </a:r>
            <a:r>
              <a:rPr lang="en-US" altLang="ko-KR" dirty="0" err="1">
                <a:latin typeface="맑은 고딕" pitchFamily="50" charset="-127"/>
              </a:rPr>
              <a:t>css</a:t>
            </a:r>
            <a:r>
              <a:rPr lang="en-US" altLang="ko-KR" dirty="0">
                <a:latin typeface="맑은 고딕" pitchFamily="50" charset="-127"/>
              </a:rPr>
              <a:t> </a:t>
            </a:r>
            <a:r>
              <a:rPr lang="en-US" altLang="ko-KR" dirty="0" smtClean="0">
                <a:latin typeface="맑은 고딕" pitchFamily="50" charset="-127"/>
              </a:rPr>
              <a:t>file</a:t>
            </a:r>
            <a:r>
              <a:rPr lang="ko-KR" altLang="en-US" dirty="0" smtClean="0">
                <a:latin typeface="맑은 고딕" pitchFamily="50" charset="-127"/>
              </a:rPr>
              <a:t>을 재활용하여 사용</a:t>
            </a:r>
            <a:endParaRPr lang="en-US" altLang="ko-KR" dirty="0" smtClean="0">
              <a:latin typeface="맑은 고딕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개인별로 원하는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style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로 변경 가능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Home page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포함해야 할 필수 내용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개인 사진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개인 소개 내용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latin typeface="맑은 고딕" pitchFamily="50" charset="-127"/>
              </a:rPr>
              <a:t>Featured works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Home page main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화면에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header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부문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(image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사용 등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본문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 footer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개의 영역으로 나눌 것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Home page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본문 내용으로 개인 취미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관심사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개인별 관심 연구 분야 등에 대하여 기술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2171700" lvl="4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최소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category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이상 기술할 것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각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 featured work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별로 별도의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html page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만들 것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2171700" lvl="4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예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: feature work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 만들 경우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home page main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개의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feature work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display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되고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각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feature work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을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click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하면 해당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feature work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에 대한 별도의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html page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로 이동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 marL="2171700" lvl="4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별도의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html page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dirty="0" err="1" smtClean="0">
                <a:latin typeface="맑은 고딕" pitchFamily="50" charset="-127"/>
                <a:ea typeface="맑은 고딕" pitchFamily="50" charset="-127"/>
              </a:rPr>
              <a:t>conten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는 개인별로 자유롭게 작성 가능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745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033" y="0"/>
            <a:ext cx="7924991" cy="6858000"/>
          </a:xfrm>
          <a:prstGeom prst="rect">
            <a:avLst/>
          </a:prstGeom>
        </p:spPr>
      </p:pic>
      <p:cxnSp>
        <p:nvCxnSpPr>
          <p:cNvPr id="4" name="직선 화살표 연결선 3"/>
          <p:cNvCxnSpPr/>
          <p:nvPr/>
        </p:nvCxnSpPr>
        <p:spPr>
          <a:xfrm flipV="1">
            <a:off x="1434353" y="681318"/>
            <a:ext cx="887506" cy="3944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6409" y="1075765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Header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영역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왼쪽 중괄호 6"/>
          <p:cNvSpPr/>
          <p:nvPr/>
        </p:nvSpPr>
        <p:spPr>
          <a:xfrm>
            <a:off x="1716693" y="1245042"/>
            <a:ext cx="529550" cy="5317434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04635" y="4047565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Body(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본문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영역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오른쪽 중괄호 8"/>
          <p:cNvSpPr/>
          <p:nvPr/>
        </p:nvSpPr>
        <p:spPr>
          <a:xfrm>
            <a:off x="9591261" y="4671391"/>
            <a:ext cx="332763" cy="1891085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955821" y="5111052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0000"/>
                </a:solidFill>
              </a:rPr>
              <a:t>개인 소개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07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95" y="922598"/>
            <a:ext cx="7833691" cy="5884252"/>
          </a:xfrm>
          <a:prstGeom prst="rect">
            <a:avLst/>
          </a:prstGeom>
        </p:spPr>
      </p:pic>
      <p:sp>
        <p:nvSpPr>
          <p:cNvPr id="4" name="왼쪽 중괄호 3"/>
          <p:cNvSpPr/>
          <p:nvPr/>
        </p:nvSpPr>
        <p:spPr>
          <a:xfrm>
            <a:off x="1562637" y="567974"/>
            <a:ext cx="529550" cy="5514769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0579" y="3052450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Body(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본문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영역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712766" y="1152935"/>
            <a:ext cx="2454965" cy="256429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9008469" y="922598"/>
            <a:ext cx="439504" cy="23033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3613" y="91601"/>
            <a:ext cx="4806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0000"/>
                </a:solidFill>
              </a:rPr>
              <a:t>개인 관심영역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취미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,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연구분야 등 요약 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r>
              <a:rPr lang="en-US" altLang="ko-KR" sz="1600" b="1" dirty="0" smtClean="0">
                <a:solidFill>
                  <a:srgbClr val="FF0000"/>
                </a:solidFill>
              </a:rPr>
              <a:t>-&gt; click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시 별도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html file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로 이동해야 함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r>
              <a:rPr lang="en-US" altLang="ko-KR" sz="1600" b="1" dirty="0" smtClean="0">
                <a:solidFill>
                  <a:srgbClr val="FF0000"/>
                </a:solidFill>
              </a:rPr>
              <a:t>-&gt;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관심영역 등 항목은 최소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3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개 이상 만들어야 함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920590" y="6496243"/>
            <a:ext cx="844106" cy="16927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1299" y="6326966"/>
            <a:ext cx="4199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footer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영역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: email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주소 등 개인 정보 소개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07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188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Windows User</cp:lastModifiedBy>
  <cp:revision>7</cp:revision>
  <dcterms:created xsi:type="dcterms:W3CDTF">2018-09-18T00:11:43Z</dcterms:created>
  <dcterms:modified xsi:type="dcterms:W3CDTF">2020-09-24T07:56:46Z</dcterms:modified>
</cp:coreProperties>
</file>